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72" r:id="rId4"/>
    <p:sldId id="265" r:id="rId5"/>
    <p:sldId id="268" r:id="rId6"/>
    <p:sldId id="266" r:id="rId7"/>
    <p:sldId id="267" r:id="rId8"/>
    <p:sldId id="269" r:id="rId9"/>
    <p:sldId id="270" r:id="rId10"/>
    <p:sldId id="271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>
      <p:cViewPr varScale="1">
        <p:scale>
          <a:sx n="92" d="100"/>
          <a:sy n="92" d="100"/>
        </p:scale>
        <p:origin x="696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384035"/>
            <a:ext cx="12192000" cy="469900"/>
          </a:xfrm>
          <a:custGeom>
            <a:avLst/>
            <a:gdLst/>
            <a:ahLst/>
            <a:cxnLst/>
            <a:rect l="l" t="t" r="r" b="b"/>
            <a:pathLst>
              <a:path w="12192000" h="469900">
                <a:moveTo>
                  <a:pt x="12192000" y="0"/>
                </a:moveTo>
                <a:lnTo>
                  <a:pt x="0" y="0"/>
                </a:lnTo>
                <a:lnTo>
                  <a:pt x="0" y="469391"/>
                </a:lnTo>
                <a:lnTo>
                  <a:pt x="12192000" y="469391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84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84035"/>
            <a:ext cx="12192000" cy="469900"/>
          </a:xfrm>
          <a:custGeom>
            <a:avLst/>
            <a:gdLst/>
            <a:ahLst/>
            <a:cxnLst/>
            <a:rect l="l" t="t" r="r" b="b"/>
            <a:pathLst>
              <a:path w="12192000" h="469900">
                <a:moveTo>
                  <a:pt x="0" y="469391"/>
                </a:moveTo>
                <a:lnTo>
                  <a:pt x="12192000" y="469391"/>
                </a:lnTo>
                <a:lnTo>
                  <a:pt x="12192000" y="0"/>
                </a:lnTo>
                <a:lnTo>
                  <a:pt x="0" y="0"/>
                </a:lnTo>
                <a:lnTo>
                  <a:pt x="0" y="469391"/>
                </a:lnTo>
                <a:close/>
              </a:path>
            </a:pathLst>
          </a:custGeom>
          <a:ln w="12192">
            <a:solidFill>
              <a:srgbClr val="005F3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6384035"/>
            <a:ext cx="12192000" cy="469900"/>
          </a:xfrm>
          <a:custGeom>
            <a:avLst/>
            <a:gdLst/>
            <a:ahLst/>
            <a:cxnLst/>
            <a:rect l="l" t="t" r="r" b="b"/>
            <a:pathLst>
              <a:path w="12192000" h="469900">
                <a:moveTo>
                  <a:pt x="0" y="469391"/>
                </a:moveTo>
                <a:lnTo>
                  <a:pt x="12192000" y="469391"/>
                </a:lnTo>
                <a:lnTo>
                  <a:pt x="12192000" y="0"/>
                </a:lnTo>
                <a:lnTo>
                  <a:pt x="0" y="0"/>
                </a:lnTo>
                <a:lnTo>
                  <a:pt x="0" y="469391"/>
                </a:lnTo>
                <a:close/>
              </a:path>
            </a:pathLst>
          </a:custGeom>
          <a:ln w="12192">
            <a:solidFill>
              <a:srgbClr val="005F3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84307" y="272795"/>
            <a:ext cx="1804416" cy="643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64921" y="247649"/>
            <a:ext cx="4720590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10588" y="1995551"/>
            <a:ext cx="8216900" cy="28435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488185"/>
            <a:ext cx="12191999" cy="34899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2087" y="2071497"/>
            <a:ext cx="3964304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de-DE" spc="-10" dirty="0">
                <a:solidFill>
                  <a:srgbClr val="FFFFFF"/>
                </a:solidFill>
                <a:latin typeface="Calibri"/>
                <a:cs typeface="Calibri"/>
              </a:rPr>
              <a:t>Research Project AGF</a:t>
            </a:r>
            <a:endParaRPr spc="-10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400" y="2855766"/>
            <a:ext cx="11887199" cy="13054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de-DE" sz="2800" dirty="0">
                <a:solidFill>
                  <a:schemeClr val="bg1"/>
                </a:solidFill>
                <a:latin typeface="Calibri"/>
                <a:cs typeface="Calibri"/>
              </a:rPr>
              <a:t>BEDARFSANALYSE DER FÖRDERUNG VON PSYCHISCHER GESUNDHEIT BEI KINDERN UND JUGENDLICHEN IM SCHWARZWALD-BAAR-KREIS &amp; ENTWICKLUNG VON HANDLUNGSEMPFEHLUNGEN</a:t>
            </a:r>
            <a:endParaRPr sz="28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0A33095-CC77-45F9-997E-EE98482AF7BE}"/>
              </a:ext>
            </a:extLst>
          </p:cNvPr>
          <p:cNvSpPr txBox="1"/>
          <p:nvPr/>
        </p:nvSpPr>
        <p:spPr>
          <a:xfrm>
            <a:off x="152400" y="6488668"/>
            <a:ext cx="76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Hochschule Furtwangen, Research Projekt </a:t>
            </a:r>
            <a:r>
              <a:rPr lang="de-DE" dirty="0" err="1">
                <a:solidFill>
                  <a:schemeClr val="bg1"/>
                </a:solidFill>
              </a:rPr>
              <a:t>WiSe</a:t>
            </a:r>
            <a:r>
              <a:rPr lang="de-DE" dirty="0">
                <a:solidFill>
                  <a:schemeClr val="bg1"/>
                </a:solidFill>
              </a:rPr>
              <a:t> 25/26 &amp; </a:t>
            </a:r>
            <a:r>
              <a:rPr lang="de-DE" dirty="0" err="1">
                <a:solidFill>
                  <a:schemeClr val="bg1"/>
                </a:solidFill>
              </a:rPr>
              <a:t>SoSe</a:t>
            </a:r>
            <a:r>
              <a:rPr lang="de-DE" dirty="0">
                <a:solidFill>
                  <a:schemeClr val="bg1"/>
                </a:solidFill>
              </a:rPr>
              <a:t>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de-DE" spc="65" dirty="0"/>
              <a:t>Umfeld und Motivation</a:t>
            </a:r>
            <a:endParaRPr spc="-25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C101116-684D-41EB-A35D-501DCC29C24F}"/>
              </a:ext>
            </a:extLst>
          </p:cNvPr>
          <p:cNvSpPr txBox="1"/>
          <p:nvPr/>
        </p:nvSpPr>
        <p:spPr>
          <a:xfrm>
            <a:off x="381000" y="990600"/>
            <a:ext cx="105156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de-DE" sz="2000" dirty="0"/>
              <a:t>Die Förderung der psychischen Gesundheit von Kindern und Jugendlichen ist ein wichtiger Baustein, um den zunehmenden Versorgungsbedarfen frühzeitig entgegenzuwirken.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de-DE" sz="2000" dirty="0"/>
              <a:t>Das Ziel des Research Projektes ist es, eine Bedarfsanalyse mittels einer Akteurslandkarte durchzuführen.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de-DE" sz="2000" dirty="0"/>
              <a:t>Ein weiteres Ziel ist es, dem Team der Kommunalen Gesundheitskonferenz (Team KGK) eine Handlungsempfehlung für mögliche Maßnahmen im Bereich der kommunalen Gesundheitsförderung zu geben und eventuelle Best </a:t>
            </a:r>
            <a:r>
              <a:rPr lang="de-DE" sz="2000" dirty="0" err="1"/>
              <a:t>Practise</a:t>
            </a:r>
            <a:r>
              <a:rPr lang="de-DE" sz="2000" dirty="0"/>
              <a:t> Modelle vorzustellen.</a:t>
            </a:r>
          </a:p>
          <a:p>
            <a:endParaRPr lang="de-DE" sz="20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DD668BB-58C1-4A7D-9590-3A0D5D575D72}"/>
              </a:ext>
            </a:extLst>
          </p:cNvPr>
          <p:cNvSpPr txBox="1"/>
          <p:nvPr/>
        </p:nvSpPr>
        <p:spPr>
          <a:xfrm>
            <a:off x="152400" y="6488668"/>
            <a:ext cx="754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Hochschule Furtwangen, Research Projekt </a:t>
            </a:r>
            <a:r>
              <a:rPr lang="de-DE" dirty="0" err="1">
                <a:solidFill>
                  <a:schemeClr val="bg1"/>
                </a:solidFill>
              </a:rPr>
              <a:t>WiSe</a:t>
            </a:r>
            <a:r>
              <a:rPr lang="de-DE" dirty="0">
                <a:solidFill>
                  <a:schemeClr val="bg1"/>
                </a:solidFill>
              </a:rPr>
              <a:t> 25/26 &amp; </a:t>
            </a:r>
            <a:r>
              <a:rPr lang="de-DE" dirty="0" err="1">
                <a:solidFill>
                  <a:schemeClr val="bg1"/>
                </a:solidFill>
              </a:rPr>
              <a:t>SoSe</a:t>
            </a:r>
            <a:r>
              <a:rPr lang="de-DE" dirty="0">
                <a:solidFill>
                  <a:schemeClr val="bg1"/>
                </a:solidFill>
              </a:rPr>
              <a:t>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892921-DAA5-47AB-84A3-D70CCDCA1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921" y="247649"/>
            <a:ext cx="4720590" cy="430887"/>
          </a:xfrm>
        </p:spPr>
        <p:txBody>
          <a:bodyPr/>
          <a:lstStyle/>
          <a:p>
            <a:r>
              <a:rPr lang="de-DE" dirty="0"/>
              <a:t>Was bisher geschah…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0536FCF-E352-4E3D-9C00-9D82411D0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7061" y="1447800"/>
            <a:ext cx="8216900" cy="1292662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de-DE" sz="2800" dirty="0"/>
              <a:t>Entwicklung einer </a:t>
            </a:r>
            <a:r>
              <a:rPr lang="de-DE" sz="2800" dirty="0" err="1"/>
              <a:t>Datenbanksstruktur</a:t>
            </a:r>
            <a:endParaRPr lang="de-DE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de-DE" sz="2800" dirty="0"/>
              <a:t>Definition von Akteuren &amp; Kriterien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de-DE" sz="2800" dirty="0"/>
              <a:t>Erfassung von Akteuren im Schwarzwald-Baar-Kreis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133578E-D21C-43FC-A689-4697BEBF39A1}"/>
              </a:ext>
            </a:extLst>
          </p:cNvPr>
          <p:cNvSpPr txBox="1"/>
          <p:nvPr/>
        </p:nvSpPr>
        <p:spPr>
          <a:xfrm>
            <a:off x="152400" y="6488668"/>
            <a:ext cx="76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Hochschule Furtwangen, Research Projekt </a:t>
            </a:r>
            <a:r>
              <a:rPr lang="de-DE" dirty="0" err="1">
                <a:solidFill>
                  <a:schemeClr val="bg1"/>
                </a:solidFill>
              </a:rPr>
              <a:t>WiSe</a:t>
            </a:r>
            <a:r>
              <a:rPr lang="de-DE" dirty="0">
                <a:solidFill>
                  <a:schemeClr val="bg1"/>
                </a:solidFill>
              </a:rPr>
              <a:t> 25/26 &amp; </a:t>
            </a:r>
            <a:r>
              <a:rPr lang="de-DE" dirty="0" err="1">
                <a:solidFill>
                  <a:schemeClr val="bg1"/>
                </a:solidFill>
              </a:rPr>
              <a:t>SoSe</a:t>
            </a:r>
            <a:r>
              <a:rPr lang="de-DE" dirty="0">
                <a:solidFill>
                  <a:schemeClr val="bg1"/>
                </a:solidFill>
              </a:rPr>
              <a:t> 26</a:t>
            </a:r>
          </a:p>
        </p:txBody>
      </p:sp>
    </p:spTree>
    <p:extLst>
      <p:ext uri="{BB962C8B-B14F-4D97-AF65-F5344CB8AC3E}">
        <p14:creationId xmlns:p14="http://schemas.microsoft.com/office/powerpoint/2010/main" val="2517210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de-DE" spc="65" dirty="0"/>
              <a:t>Aufgabe</a:t>
            </a:r>
            <a:endParaRPr spc="-25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8C1AC96F-950B-4BE8-B49B-92FE7B27F3CF}"/>
              </a:ext>
            </a:extLst>
          </p:cNvPr>
          <p:cNvSpPr txBox="1"/>
          <p:nvPr/>
        </p:nvSpPr>
        <p:spPr>
          <a:xfrm>
            <a:off x="533400" y="1219200"/>
            <a:ext cx="101346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2000" dirty="0"/>
              <a:t>Verwendung einer </a:t>
            </a:r>
            <a:r>
              <a:rPr lang="de-DE" sz="2000" dirty="0" err="1"/>
              <a:t>Akteursdatenbank</a:t>
            </a:r>
            <a:r>
              <a:rPr lang="de-DE" sz="2000" dirty="0"/>
              <a:t> eines Vorgänger-Projektes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2000" dirty="0"/>
              <a:t>Durchführung der Bedarfsanalyse und Definition einer Zielgruppe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2000" dirty="0"/>
              <a:t>Qualitative Interviews mit ausgewählten Akteuren, um Defizite aufzudecken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2000" dirty="0"/>
              <a:t>Bestandsanalyse (Vorgänger-Projekt), Bedarfsanalyse und Interviews triangulieren, um fundierte, zielgerichtete Handlungsempfehlungen zu formulieren. Etablierte und evaluierte Best-Practice Modelle aus Deutschland sollen hier wichtige Impulse geben und hinsichtlich ihrer Übertragbarkeit auf den Schwarzwald-Baar-Kreis geprüft werden.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de-DE" sz="20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de-DE" sz="20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2000" dirty="0"/>
              <a:t>Wichtiger Termin: Tag der Gesundheit 20.01.2026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8D2516D-639B-4973-9AC9-344C22F2C863}"/>
              </a:ext>
            </a:extLst>
          </p:cNvPr>
          <p:cNvSpPr txBox="1"/>
          <p:nvPr/>
        </p:nvSpPr>
        <p:spPr>
          <a:xfrm>
            <a:off x="152400" y="6488668"/>
            <a:ext cx="76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Hochschule Furtwangen, Research Projekt </a:t>
            </a:r>
            <a:r>
              <a:rPr lang="de-DE" dirty="0" err="1">
                <a:solidFill>
                  <a:schemeClr val="bg1"/>
                </a:solidFill>
              </a:rPr>
              <a:t>WiSe</a:t>
            </a:r>
            <a:r>
              <a:rPr lang="de-DE" dirty="0">
                <a:solidFill>
                  <a:schemeClr val="bg1"/>
                </a:solidFill>
              </a:rPr>
              <a:t> 25/26 &amp; </a:t>
            </a:r>
            <a:r>
              <a:rPr lang="de-DE" dirty="0" err="1">
                <a:solidFill>
                  <a:schemeClr val="bg1"/>
                </a:solidFill>
              </a:rPr>
              <a:t>SoSe</a:t>
            </a:r>
            <a:r>
              <a:rPr lang="de-DE" dirty="0">
                <a:solidFill>
                  <a:schemeClr val="bg1"/>
                </a:solidFill>
              </a:rPr>
              <a:t> 26</a:t>
            </a:r>
          </a:p>
        </p:txBody>
      </p:sp>
    </p:spTree>
    <p:extLst>
      <p:ext uri="{BB962C8B-B14F-4D97-AF65-F5344CB8AC3E}">
        <p14:creationId xmlns:p14="http://schemas.microsoft.com/office/powerpoint/2010/main" val="1955058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de-DE" spc="65" dirty="0"/>
              <a:t>Aufgabe</a:t>
            </a:r>
            <a:endParaRPr spc="-25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8C1AC96F-950B-4BE8-B49B-92FE7B27F3CF}"/>
              </a:ext>
            </a:extLst>
          </p:cNvPr>
          <p:cNvSpPr txBox="1"/>
          <p:nvPr/>
        </p:nvSpPr>
        <p:spPr>
          <a:xfrm>
            <a:off x="533400" y="1219200"/>
            <a:ext cx="10134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2000" dirty="0"/>
              <a:t>Zeitnah Terminabsprache mit Prof. Schnee, Frau </a:t>
            </a:r>
            <a:r>
              <a:rPr lang="de-DE" sz="2000" dirty="0" err="1"/>
              <a:t>Dlugosch</a:t>
            </a:r>
            <a:r>
              <a:rPr lang="de-DE" sz="2000" dirty="0"/>
              <a:t>, Frau Lechmann und der Vorläuferprojektgruppe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2000" dirty="0"/>
              <a:t>Koordination &amp; Kooperation mit Julia Kossow &amp; Lena </a:t>
            </a:r>
            <a:r>
              <a:rPr lang="de-DE" sz="2000" dirty="0" err="1"/>
              <a:t>Mertink</a:t>
            </a:r>
            <a:endParaRPr lang="de-DE" sz="20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de-DE" sz="2000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CAAF147-02CA-4FBF-A538-67C9417BD485}"/>
              </a:ext>
            </a:extLst>
          </p:cNvPr>
          <p:cNvSpPr txBox="1"/>
          <p:nvPr/>
        </p:nvSpPr>
        <p:spPr>
          <a:xfrm>
            <a:off x="152400" y="6534834"/>
            <a:ext cx="769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Hochschule Furtwangen, Research Projekt </a:t>
            </a:r>
            <a:r>
              <a:rPr lang="de-DE" dirty="0" err="1">
                <a:solidFill>
                  <a:schemeClr val="bg1"/>
                </a:solidFill>
              </a:rPr>
              <a:t>WiSe</a:t>
            </a:r>
            <a:r>
              <a:rPr lang="de-DE" dirty="0">
                <a:solidFill>
                  <a:schemeClr val="bg1"/>
                </a:solidFill>
              </a:rPr>
              <a:t> 25/26 &amp; </a:t>
            </a:r>
            <a:r>
              <a:rPr lang="de-DE" dirty="0" err="1">
                <a:solidFill>
                  <a:schemeClr val="bg1"/>
                </a:solidFill>
              </a:rPr>
              <a:t>SoSe</a:t>
            </a:r>
            <a:r>
              <a:rPr lang="de-DE" dirty="0">
                <a:solidFill>
                  <a:schemeClr val="bg1"/>
                </a:solidFill>
              </a:rPr>
              <a:t> 26</a:t>
            </a:r>
          </a:p>
        </p:txBody>
      </p:sp>
    </p:spTree>
    <p:extLst>
      <p:ext uri="{BB962C8B-B14F-4D97-AF65-F5344CB8AC3E}">
        <p14:creationId xmlns:p14="http://schemas.microsoft.com/office/powerpoint/2010/main" val="4135971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de-DE" spc="65" dirty="0"/>
              <a:t>Partner und Betreuer</a:t>
            </a:r>
            <a:endParaRPr spc="-25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7DF6D98-031B-4064-9CAE-24A000A84CD7}"/>
              </a:ext>
            </a:extLst>
          </p:cNvPr>
          <p:cNvSpPr txBox="1"/>
          <p:nvPr/>
        </p:nvSpPr>
        <p:spPr>
          <a:xfrm>
            <a:off x="537310" y="914400"/>
            <a:ext cx="1142609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/>
              <a:t>Regina Lechmann, KGK Schwarzwald-Baar-Kreis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de-DE" sz="2400" dirty="0"/>
              <a:t>Zugang zu Basis-Daten im Schwarzwald-Baar-Kreis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de-DE" sz="2400" dirty="0"/>
              <a:t>Zugang zu Akteuren z.B. Schulsozialarbeiter, Netzwerke und Beratungsstellen und Unterstützung bei der Kontaktaufnahme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de-DE" sz="2400" dirty="0"/>
              <a:t>Methodenoffenheit und Flexibilität</a:t>
            </a:r>
          </a:p>
          <a:p>
            <a:endParaRPr lang="de-DE" sz="2400" dirty="0"/>
          </a:p>
          <a:p>
            <a:r>
              <a:rPr lang="de-DE" sz="2400" dirty="0"/>
              <a:t>Hochschulische Betreuung durch: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de-DE" sz="2400" dirty="0"/>
              <a:t>Prof. Dr. Melanie Schnee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de-DE" sz="2400" dirty="0"/>
              <a:t>Juliana </a:t>
            </a:r>
            <a:r>
              <a:rPr lang="de-DE" sz="2400" dirty="0" err="1"/>
              <a:t>Dlugosch</a:t>
            </a:r>
            <a:endParaRPr lang="de-DE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de-DE" sz="2400" dirty="0"/>
          </a:p>
          <a:p>
            <a:r>
              <a:rPr lang="de-DE" sz="2400" dirty="0"/>
              <a:t>Vorläuferprojekt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de-DE" sz="2400" dirty="0"/>
              <a:t>Julia Kossow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de-DE" sz="2400" dirty="0"/>
              <a:t>Lena </a:t>
            </a:r>
            <a:r>
              <a:rPr lang="de-DE" sz="2400" dirty="0" err="1"/>
              <a:t>Mertink</a:t>
            </a:r>
            <a:endParaRPr lang="de-DE" sz="24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FF54C8A-22D0-4828-ACB1-F19B82D7D70B}"/>
              </a:ext>
            </a:extLst>
          </p:cNvPr>
          <p:cNvSpPr txBox="1"/>
          <p:nvPr/>
        </p:nvSpPr>
        <p:spPr>
          <a:xfrm>
            <a:off x="152400" y="6488668"/>
            <a:ext cx="731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Hochschule Furtwangen, Research Projekt </a:t>
            </a:r>
            <a:r>
              <a:rPr lang="de-DE" dirty="0" err="1">
                <a:solidFill>
                  <a:schemeClr val="bg1"/>
                </a:solidFill>
              </a:rPr>
              <a:t>WiSe</a:t>
            </a:r>
            <a:r>
              <a:rPr lang="de-DE" dirty="0">
                <a:solidFill>
                  <a:schemeClr val="bg1"/>
                </a:solidFill>
              </a:rPr>
              <a:t> 25/26 &amp; </a:t>
            </a:r>
            <a:r>
              <a:rPr lang="de-DE" dirty="0" err="1">
                <a:solidFill>
                  <a:schemeClr val="bg1"/>
                </a:solidFill>
              </a:rPr>
              <a:t>SoSe</a:t>
            </a:r>
            <a:r>
              <a:rPr lang="de-DE" dirty="0">
                <a:solidFill>
                  <a:schemeClr val="bg1"/>
                </a:solidFill>
              </a:rPr>
              <a:t> 26</a:t>
            </a:r>
          </a:p>
        </p:txBody>
      </p:sp>
    </p:spTree>
    <p:extLst>
      <p:ext uri="{BB962C8B-B14F-4D97-AF65-F5344CB8AC3E}">
        <p14:creationId xmlns:p14="http://schemas.microsoft.com/office/powerpoint/2010/main" val="306742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4920" y="247649"/>
            <a:ext cx="5250079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de-DE" spc="65" dirty="0"/>
              <a:t>Anforderungen und Erwartungen</a:t>
            </a:r>
            <a:endParaRPr spc="-25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AFAF6A1-91E4-4DEB-B864-49D3FC16DF77}"/>
              </a:ext>
            </a:extLst>
          </p:cNvPr>
          <p:cNvSpPr txBox="1"/>
          <p:nvPr/>
        </p:nvSpPr>
        <p:spPr>
          <a:xfrm>
            <a:off x="464920" y="1106040"/>
            <a:ext cx="89076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/>
              <a:t>Interesse an empirischer Forschung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/>
              <a:t>Eigenständigkeit bei der Ausgestaltung des Projekts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/>
              <a:t>Gute Kooperation mit dem Projektpartner &amp; Vorläuferprojekt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2C35E8B-4BDD-4857-A245-D2E7E3CADB94}"/>
              </a:ext>
            </a:extLst>
          </p:cNvPr>
          <p:cNvSpPr txBox="1"/>
          <p:nvPr/>
        </p:nvSpPr>
        <p:spPr>
          <a:xfrm>
            <a:off x="152400" y="6488668"/>
            <a:ext cx="754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Hochschule Furtwangen, Research Projekt </a:t>
            </a:r>
            <a:r>
              <a:rPr lang="de-DE" dirty="0" err="1">
                <a:solidFill>
                  <a:schemeClr val="bg1"/>
                </a:solidFill>
              </a:rPr>
              <a:t>WiSe</a:t>
            </a:r>
            <a:r>
              <a:rPr lang="de-DE" dirty="0">
                <a:solidFill>
                  <a:schemeClr val="bg1"/>
                </a:solidFill>
              </a:rPr>
              <a:t> 25/26 &amp; </a:t>
            </a:r>
            <a:r>
              <a:rPr lang="de-DE" dirty="0" err="1">
                <a:solidFill>
                  <a:schemeClr val="bg1"/>
                </a:solidFill>
              </a:rPr>
              <a:t>SoSe</a:t>
            </a:r>
            <a:r>
              <a:rPr lang="de-DE" dirty="0">
                <a:solidFill>
                  <a:schemeClr val="bg1"/>
                </a:solidFill>
              </a:rPr>
              <a:t> 26</a:t>
            </a:r>
          </a:p>
        </p:txBody>
      </p:sp>
    </p:spTree>
    <p:extLst>
      <p:ext uri="{BB962C8B-B14F-4D97-AF65-F5344CB8AC3E}">
        <p14:creationId xmlns:p14="http://schemas.microsoft.com/office/powerpoint/2010/main" val="165442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1C7DA8-BD9A-4EF5-85D6-F18AA7EE5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921" y="247649"/>
            <a:ext cx="4720590" cy="430887"/>
          </a:xfrm>
        </p:spPr>
        <p:txBody>
          <a:bodyPr/>
          <a:lstStyle/>
          <a:p>
            <a:r>
              <a:rPr lang="de-DE" dirty="0" err="1"/>
              <a:t>Akteursdatenbank</a:t>
            </a:r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2F7B5D5-45DF-4D5F-80F7-E185DA6DEF8B}"/>
              </a:ext>
            </a:extLst>
          </p:cNvPr>
          <p:cNvSpPr txBox="1"/>
          <p:nvPr/>
        </p:nvSpPr>
        <p:spPr>
          <a:xfrm>
            <a:off x="152400" y="6488668"/>
            <a:ext cx="754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Hochschule Furtwangen, Research Projekt </a:t>
            </a:r>
            <a:r>
              <a:rPr lang="de-DE" dirty="0" err="1">
                <a:solidFill>
                  <a:schemeClr val="bg1"/>
                </a:solidFill>
              </a:rPr>
              <a:t>WiSe</a:t>
            </a:r>
            <a:r>
              <a:rPr lang="de-DE" dirty="0">
                <a:solidFill>
                  <a:schemeClr val="bg1"/>
                </a:solidFill>
              </a:rPr>
              <a:t> 25/26 &amp; </a:t>
            </a:r>
            <a:r>
              <a:rPr lang="de-DE" dirty="0" err="1">
                <a:solidFill>
                  <a:schemeClr val="bg1"/>
                </a:solidFill>
              </a:rPr>
              <a:t>SoSe</a:t>
            </a:r>
            <a:r>
              <a:rPr lang="de-DE" dirty="0">
                <a:solidFill>
                  <a:schemeClr val="bg1"/>
                </a:solidFill>
              </a:rPr>
              <a:t> 26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4A18EF3-4029-42D5-9A90-9A55B6548E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676400"/>
            <a:ext cx="10676122" cy="2555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230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B9E906-B05C-4429-9321-A7A9C3C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921" y="247649"/>
            <a:ext cx="4720590" cy="430887"/>
          </a:xfrm>
        </p:spPr>
        <p:txBody>
          <a:bodyPr/>
          <a:lstStyle/>
          <a:p>
            <a:r>
              <a:rPr lang="de-DE" dirty="0" err="1"/>
              <a:t>Akteursdatenbank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ABDE44F-5B43-48F7-9D23-A678EA0BDE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49602F3-200C-4551-94E2-59ABC21F909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482" b="16529"/>
          <a:stretch/>
        </p:blipFill>
        <p:spPr>
          <a:xfrm>
            <a:off x="1219199" y="1524000"/>
            <a:ext cx="9062213" cy="3379485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DDEE2515-CE39-4E20-8CBB-A9171AD7B448}"/>
              </a:ext>
            </a:extLst>
          </p:cNvPr>
          <p:cNvSpPr txBox="1"/>
          <p:nvPr/>
        </p:nvSpPr>
        <p:spPr>
          <a:xfrm>
            <a:off x="152400" y="6488668"/>
            <a:ext cx="754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Hochschule Furtwangen, Research Projekt </a:t>
            </a:r>
            <a:r>
              <a:rPr lang="de-DE" dirty="0" err="1">
                <a:solidFill>
                  <a:schemeClr val="bg1"/>
                </a:solidFill>
              </a:rPr>
              <a:t>WiSe</a:t>
            </a:r>
            <a:r>
              <a:rPr lang="de-DE" dirty="0">
                <a:solidFill>
                  <a:schemeClr val="bg1"/>
                </a:solidFill>
              </a:rPr>
              <a:t> 25/26 &amp; </a:t>
            </a:r>
            <a:r>
              <a:rPr lang="de-DE" dirty="0" err="1">
                <a:solidFill>
                  <a:schemeClr val="bg1"/>
                </a:solidFill>
              </a:rPr>
              <a:t>SoSe</a:t>
            </a:r>
            <a:r>
              <a:rPr lang="de-DE" dirty="0">
                <a:solidFill>
                  <a:schemeClr val="bg1"/>
                </a:solidFill>
              </a:rPr>
              <a:t> 26</a:t>
            </a:r>
          </a:p>
        </p:txBody>
      </p:sp>
    </p:spTree>
    <p:extLst>
      <p:ext uri="{BB962C8B-B14F-4D97-AF65-F5344CB8AC3E}">
        <p14:creationId xmlns:p14="http://schemas.microsoft.com/office/powerpoint/2010/main" val="14898880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A48FCE-7C28-4871-9592-F401FFF45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921" y="247649"/>
            <a:ext cx="4720590" cy="430887"/>
          </a:xfrm>
        </p:spPr>
        <p:txBody>
          <a:bodyPr/>
          <a:lstStyle/>
          <a:p>
            <a:r>
              <a:rPr lang="de-DE" dirty="0" err="1"/>
              <a:t>Akteursdatenbank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10BCBB9-7AD5-428B-A7F3-3911C2EA83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8216871-4E60-4370-A41E-DEFD127000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3" b="15993"/>
          <a:stretch/>
        </p:blipFill>
        <p:spPr>
          <a:xfrm>
            <a:off x="1830324" y="1330054"/>
            <a:ext cx="8451088" cy="4197892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48ADBD10-A5DB-4669-ADF0-6568D19D1BA7}"/>
              </a:ext>
            </a:extLst>
          </p:cNvPr>
          <p:cNvSpPr txBox="1"/>
          <p:nvPr/>
        </p:nvSpPr>
        <p:spPr>
          <a:xfrm>
            <a:off x="152400" y="6488668"/>
            <a:ext cx="754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Hochschule Furtwangen, Research Projekt </a:t>
            </a:r>
            <a:r>
              <a:rPr lang="de-DE" dirty="0" err="1">
                <a:solidFill>
                  <a:schemeClr val="bg1"/>
                </a:solidFill>
              </a:rPr>
              <a:t>WiSe</a:t>
            </a:r>
            <a:r>
              <a:rPr lang="de-DE" dirty="0">
                <a:solidFill>
                  <a:schemeClr val="bg1"/>
                </a:solidFill>
              </a:rPr>
              <a:t> 25/26 &amp; </a:t>
            </a:r>
            <a:r>
              <a:rPr lang="de-DE" dirty="0" err="1">
                <a:solidFill>
                  <a:schemeClr val="bg1"/>
                </a:solidFill>
              </a:rPr>
              <a:t>SoSe</a:t>
            </a:r>
            <a:r>
              <a:rPr lang="de-DE" dirty="0">
                <a:solidFill>
                  <a:schemeClr val="bg1"/>
                </a:solidFill>
              </a:rPr>
              <a:t> 26</a:t>
            </a:r>
          </a:p>
        </p:txBody>
      </p:sp>
    </p:spTree>
    <p:extLst>
      <p:ext uri="{BB962C8B-B14F-4D97-AF65-F5344CB8AC3E}">
        <p14:creationId xmlns:p14="http://schemas.microsoft.com/office/powerpoint/2010/main" val="583748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375</Words>
  <Application>Microsoft Office PowerPoint</Application>
  <PresentationFormat>Breitbild</PresentationFormat>
  <Paragraphs>51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5" baseType="lpstr">
      <vt:lpstr>Arial</vt:lpstr>
      <vt:lpstr>Arial Narrow</vt:lpstr>
      <vt:lpstr>Calibri</vt:lpstr>
      <vt:lpstr>Wingdings</vt:lpstr>
      <vt:lpstr>Office Theme</vt:lpstr>
      <vt:lpstr>Research Project AGF</vt:lpstr>
      <vt:lpstr>Umfeld und Motivation</vt:lpstr>
      <vt:lpstr>Was bisher geschah…</vt:lpstr>
      <vt:lpstr>Aufgabe</vt:lpstr>
      <vt:lpstr>Aufgabe</vt:lpstr>
      <vt:lpstr>Partner und Betreuer</vt:lpstr>
      <vt:lpstr>Anforderungen und Erwartungen</vt:lpstr>
      <vt:lpstr>Akteursdatenbank</vt:lpstr>
      <vt:lpstr>Akteursdatenbank</vt:lpstr>
      <vt:lpstr>Akteursdatenbank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Auer, Stefanie</dc:creator>
  <cp:lastModifiedBy>Julia Waltraud Kossow</cp:lastModifiedBy>
  <cp:revision>19</cp:revision>
  <dcterms:created xsi:type="dcterms:W3CDTF">2023-02-28T11:49:45Z</dcterms:created>
  <dcterms:modified xsi:type="dcterms:W3CDTF">2025-09-26T09:43:27Z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2023-02-09T00:00:00Z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2023-02-28T00:00:00Z</vt:filetime>
  </property>
  <property fmtid="{D5CDD505-2E9C-101B-9397-08002B2CF9AE}" pid="5" name="Producer">
    <vt:lpwstr>Microsoft® PowerPoint® 2019</vt:lpwstr>
  </property>
</Properties>
</file>